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FinTrust Digital Bank — Week 3 Data Analytics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Customers</a:t>
            </a:r>
          </a:p>
          <a:p>
            <a: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7480" y="9144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Transactions</a:t>
            </a:r>
          </a:p>
          <a:p>
            <a: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9144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Total Value</a:t>
            </a:r>
          </a:p>
          <a:p>
            <a:r>
              <a:t>₦959,180.43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9144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Avg Value</a:t>
            </a:r>
          </a:p>
          <a:p>
            <a:r>
              <a:t>₦29,066.07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9144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Median</a:t>
            </a:r>
          </a:p>
          <a:p>
            <a:r>
              <a:t>₦6,702.14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53035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Transaction Value by 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03120"/>
            <a:ext cx="53035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Transaction Value by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53035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Hourly Trend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160520"/>
            <a:ext cx="53035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Amount Bands / Outliers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217920"/>
            <a:ext cx="1088136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Customer &amp; Data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